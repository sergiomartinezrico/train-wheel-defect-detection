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7"/>
    <a:srgbClr val="1F2532"/>
    <a:srgbClr val="F2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790031-6FDF-507C-64CE-F3AF23C32D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418129-AA0C-DF1E-CD52-25D35532F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5F07B7-960E-256B-5A12-A86246F208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EAB749-835C-2FAB-CE41-7F21089D6B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2B5380-6A02-2039-0D40-7FC0D7812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A03D2F-797E-2CAF-9F46-800D11A687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A7AB17-A6F9-D118-25E5-A5C11DD70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2BEAB8-5EEA-7243-8665-099BB438B3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53EEE7-3D62-8E7B-87B0-9463BA90FE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877" y="9138195"/>
            <a:ext cx="1749623" cy="583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Inteligencia_Predictiva_Ferroviaria_Detekt_AI.pdf</dc:title>
  <dc:creator>Sergio Martinez</dc:creator>
  <cp:lastModifiedBy>Sergio Martinez Rico</cp:lastModifiedBy>
  <cp:revision>3</cp:revision>
  <dcterms:created xsi:type="dcterms:W3CDTF">2006-08-16T00:00:00Z</dcterms:created>
  <dcterms:modified xsi:type="dcterms:W3CDTF">2025-12-18T12:17:37Z</dcterms:modified>
  <dc:identifier>DAG7xlJskZ0</dc:identifier>
</cp:coreProperties>
</file>